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7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_17817257151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08" y="447152"/>
            <a:ext cx="5551098" cy="1371600"/>
          </a:xfrm>
          <a:prstGeom prst="rect">
            <a:avLst/>
          </a:prstGeom>
        </p:spPr>
      </p:pic>
      <p:pic>
        <p:nvPicPr>
          <p:cNvPr id="3" name="Picture 2" descr="media__17817257502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48"/>
            <a:ext cx="11756571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0">
                <a:solidFill>
                  <a:srgbClr val="DAA520"/>
                </a:solidFill>
                <a:latin typeface="Impact"/>
              </a:defRPr>
            </a:pPr>
            <a:r>
              <a:t>SafeRoute</a:t>
            </a:r>
          </a:p>
          <a:p>
            <a:pPr>
              <a:defRPr sz="2800" i="1">
                <a:solidFill>
                  <a:srgbClr val="FFFFFF"/>
                </a:solidFill>
                <a:latin typeface="Trebuchet MS"/>
              </a:defRPr>
            </a:pPr>
            <a:r>
              <a:t>The AI-Powered Sentinel Network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>
                <a:solidFill>
                  <a:srgbClr val="DAA520"/>
                </a:solidFill>
                <a:latin typeface="Impact"/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772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Current navigation apps lack safety focus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They optimize for speed, completely ignoring unlit streets or danger zones.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Emergency response is too slow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Unlocking a phone, opening an app, and dialing takes precious seconds.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No real-time crowd intelligence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Users cannot see live threat zones or dispersing crowds ahead of time.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>
                <a:solidFill>
                  <a:srgbClr val="DAA520"/>
                </a:solidFill>
                <a:latin typeface="Impact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772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AI Threat Routing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Dynamically re-calculates paths to avoid identified 'Threat Zones'.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The Sentinel Network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A decentralized mesh of trusted contacts providing live updates.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ARIA (AI Guardian)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A built-in AI assistant that pre-scans zones for proactive defense.</a:t>
            </a:r>
          </a:p>
        </p:txBody>
      </p:sp>
      <p:pic>
        <p:nvPicPr>
          <p:cNvPr id="5" name="Picture 4" descr="saferoute_isometric_poster_17817251018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4876495" cy="487649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>
                <a:solidFill>
                  <a:srgbClr val="DAA520"/>
                </a:solidFill>
                <a:latin typeface="Impact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772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Frontend Application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React + Vite with advanced Glassmorphism UI.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Backend Systems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Python FastAPI + SQLite for high-speed data processing.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Critical Integrations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Twilio REST API for sub-second SOS SMS broadcasting.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Leaflet &amp; OSRM for dynamic mapping.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>
                <a:solidFill>
                  <a:srgbClr val="DAA520"/>
                </a:solidFill>
                <a:latin typeface="Impact"/>
              </a:defRPr>
            </a:pPr>
            <a:r>
              <a:t>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772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1. Plot a Route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Showcase dynamic navigation and threat avoidance algorithms.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2. Trigger Guardian Pulse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Use the secret instant double-tap feature.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3. Real-World Alert</a:t>
            </a:r>
          </a:p>
          <a:p>
            <a:pPr lvl="1">
              <a:defRPr sz="2400" b="0">
                <a:solidFill>
                  <a:srgbClr val="F0F0F0"/>
                </a:solidFill>
                <a:latin typeface="Calibri"/>
              </a:defRPr>
            </a:pPr>
            <a:r>
              <a:t>Receive physical Twilio SMS with live coordinates instantly.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186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Yukthashree ganesh</cp:lastModifiedBy>
  <cp:revision>2</cp:revision>
  <dcterms:created xsi:type="dcterms:W3CDTF">2013-01-27T09:14:16Z</dcterms:created>
  <dcterms:modified xsi:type="dcterms:W3CDTF">2026-06-17T19:57:07Z</dcterms:modified>
  <cp:category/>
</cp:coreProperties>
</file>