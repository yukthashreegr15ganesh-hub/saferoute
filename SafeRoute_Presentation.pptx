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feroute_twilight_poster_17817249777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00E676"/>
                </a:solidFill>
                <a:latin typeface="Century Gothic"/>
              </a:defRPr>
            </a:pPr>
            <a:r>
              <a:t>SafeRoute</a:t>
            </a:r>
          </a:p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  <a:r>
              <a:t>The AI-Powered Sentinel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E676"/>
                </a:solidFill>
                <a:latin typeface="Century Gothic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0">
                <a:solidFill>
                  <a:srgbClr val="FFFFFF"/>
                </a:solidFill>
                <a:latin typeface="Segoe UI"/>
              </a:defRPr>
            </a:pPr>
            <a:r>
              <a:t>Current navigation apps optimize for speed, completely ignoring safety.</a:t>
            </a:r>
          </a:p>
          <a:p>
            <a:pPr>
              <a:defRPr sz="2200" b="0">
                <a:solidFill>
                  <a:srgbClr val="FFFFFF"/>
                </a:solidFill>
                <a:latin typeface="Segoe UI"/>
              </a:defRPr>
            </a:pPr>
            <a:r>
              <a:t>In emergencies, unlocking a phone and opening an app takes too long.</a:t>
            </a:r>
          </a:p>
          <a:p>
            <a:pPr>
              <a:defRPr sz="2200" b="0">
                <a:solidFill>
                  <a:srgbClr val="FFFFFF"/>
                </a:solidFill>
                <a:latin typeface="Segoe UI"/>
              </a:defRPr>
            </a:pPr>
            <a:r>
              <a:t>Users have no real-time visibility into crowd behaviors or unlit streets.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E676"/>
                </a:solidFill>
                <a:latin typeface="Century Gothic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FF4757"/>
                </a:solidFill>
                <a:latin typeface="Segoe UI"/>
              </a:defRPr>
            </a:pPr>
            <a:r>
              <a:t>AI Threat Routing:</a:t>
            </a:r>
          </a:p>
          <a:p>
            <a:pPr lvl="1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Re-calculates routes dynamically to avoid known 'Threat Zones'.</a:t>
            </a:r>
          </a:p>
          <a:p>
            <a:pPr>
              <a:defRPr sz="2200" b="1">
                <a:solidFill>
                  <a:srgbClr val="FF4757"/>
                </a:solidFill>
                <a:latin typeface="Segoe UI"/>
              </a:defRPr>
            </a:pPr>
            <a:r>
              <a:t>The Sentinel Network:</a:t>
            </a:r>
          </a:p>
          <a:p>
            <a:pPr lvl="1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A decentralized mesh of trusted contacts and nearby users.</a:t>
            </a:r>
          </a:p>
          <a:p>
            <a:pPr>
              <a:defRPr sz="2200" b="1">
                <a:solidFill>
                  <a:srgbClr val="FF4757"/>
                </a:solidFill>
                <a:latin typeface="Segoe UI"/>
              </a:defRPr>
            </a:pPr>
            <a:r>
              <a:t>ARIA (AI Guardian):</a:t>
            </a:r>
          </a:p>
          <a:p>
            <a:pPr lvl="1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A built-in AI assistant that pre-scans zones for danger.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E676"/>
                </a:solidFill>
                <a:latin typeface="Century Gothic"/>
              </a:defRPr>
            </a:pPr>
            <a:r>
              <a:t>The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0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  <a:p>
            <a:pPr lvl="1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React + Vite</a:t>
            </a:r>
          </a:p>
          <a:p>
            <a:pPr lvl="1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Tailwind CSS (Glassmorphism)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0">
                <a:solidFill>
                  <a:srgbClr val="FFFFFF"/>
                </a:solidFill>
                <a:latin typeface="Segoe UI"/>
              </a:defRPr>
            </a:pPr>
            <a:r>
              <a:t>Backend &amp; Integrations</a:t>
            </a:r>
          </a:p>
          <a:p>
            <a:pPr lvl="1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Python FastAPI + SQLite</a:t>
            </a:r>
          </a:p>
          <a:p>
            <a:pPr lvl="1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Twilio REST API (Instant SOS)</a:t>
            </a:r>
          </a:p>
          <a:p>
            <a:pPr lvl="1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Leaflet &amp; OSRM (Dynamic Maps)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E676"/>
                </a:solidFill>
                <a:latin typeface="Century Gothic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1. Plot a Route</a:t>
            </a:r>
          </a:p>
          <a:p>
            <a:pPr lvl="1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Showcase dynamic navigation and threat avoidance.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2. Trigger Guardian Pulse</a:t>
            </a:r>
          </a:p>
          <a:p>
            <a:pPr lvl="1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Use the instant double-tap feature.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3. Real-World Alert</a:t>
            </a:r>
          </a:p>
          <a:p>
            <a:pPr lvl="1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Receive physical Twilio SMS with live coordinates instantly.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